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60"/>
  </p:normalViewPr>
  <p:slideViewPr>
    <p:cSldViewPr snapToGrid="0">
      <p:cViewPr varScale="1">
        <p:scale>
          <a:sx n="59" d="100"/>
          <a:sy n="59" d="100"/>
        </p:scale>
        <p:origin x="8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97D05-5A3B-43A5-8511-EEF804E62F82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4EACE-DEAD-4366-90B8-407109061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041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97D05-5A3B-43A5-8511-EEF804E62F82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4EACE-DEAD-4366-90B8-407109061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855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97D05-5A3B-43A5-8511-EEF804E62F82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4EACE-DEAD-4366-90B8-407109061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953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97D05-5A3B-43A5-8511-EEF804E62F82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4EACE-DEAD-4366-90B8-407109061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9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97D05-5A3B-43A5-8511-EEF804E62F82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4EACE-DEAD-4366-90B8-407109061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99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97D05-5A3B-43A5-8511-EEF804E62F82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4EACE-DEAD-4366-90B8-407109061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088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97D05-5A3B-43A5-8511-EEF804E62F82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4EACE-DEAD-4366-90B8-407109061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926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97D05-5A3B-43A5-8511-EEF804E62F82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4EACE-DEAD-4366-90B8-407109061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500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5397D05-5A3B-43A5-8511-EEF804E62F82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13E4EACE-DEAD-4366-90B8-407109061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410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97D05-5A3B-43A5-8511-EEF804E62F82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4EACE-DEAD-4366-90B8-407109061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487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97D05-5A3B-43A5-8511-EEF804E62F82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4EACE-DEAD-4366-90B8-407109061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967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97D05-5A3B-43A5-8511-EEF804E62F82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4EACE-DEAD-4366-90B8-407109061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9336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97D05-5A3B-43A5-8511-EEF804E62F82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4EACE-DEAD-4366-90B8-407109061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4406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97D05-5A3B-43A5-8511-EEF804E62F82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4EACE-DEAD-4366-90B8-407109061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827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97D05-5A3B-43A5-8511-EEF804E62F82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4EACE-DEAD-4366-90B8-407109061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4337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97D05-5A3B-43A5-8511-EEF804E62F82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4EACE-DEAD-4366-90B8-407109061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201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97D05-5A3B-43A5-8511-EEF804E62F82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4EACE-DEAD-4366-90B8-407109061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449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5397D05-5A3B-43A5-8511-EEF804E62F82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13E4EACE-DEAD-4366-90B8-407109061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137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  <p:sldLayoutId id="2147483924" r:id="rId12"/>
    <p:sldLayoutId id="2147483925" r:id="rId13"/>
    <p:sldLayoutId id="2147483926" r:id="rId14"/>
    <p:sldLayoutId id="2147483927" r:id="rId15"/>
    <p:sldLayoutId id="2147483928" r:id="rId16"/>
    <p:sldLayoutId id="214748392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BF3C6-39BA-0C83-3107-2102B45629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Online CV/Resume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AB3EB9-CA88-4756-6414-AC2BC331EE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Name: Muhammad Salman </a:t>
            </a:r>
          </a:p>
          <a:p>
            <a:r>
              <a:rPr lang="en-US" dirty="0"/>
              <a:t>Sap Id: 72373</a:t>
            </a:r>
          </a:p>
        </p:txBody>
      </p:sp>
    </p:spTree>
    <p:extLst>
      <p:ext uri="{BB962C8B-B14F-4D97-AF65-F5344CB8AC3E}">
        <p14:creationId xmlns:p14="http://schemas.microsoft.com/office/powerpoint/2010/main" val="344780508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2BF90-2173-A6CD-123B-649C08626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83028"/>
            <a:ext cx="9905998" cy="1905000"/>
          </a:xfrm>
        </p:spPr>
        <p:txBody>
          <a:bodyPr>
            <a:normAutofit/>
          </a:bodyPr>
          <a:lstStyle/>
          <a:p>
            <a:r>
              <a:rPr lang="en-US" sz="4000" b="1" dirty="0"/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F26027-6A79-3206-7CC9-374BFE6F5E99}"/>
              </a:ext>
            </a:extLst>
          </p:cNvPr>
          <p:cNvSpPr txBox="1"/>
          <p:nvPr/>
        </p:nvSpPr>
        <p:spPr>
          <a:xfrm>
            <a:off x="576943" y="1730829"/>
            <a:ext cx="10776857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600" dirty="0"/>
              <a:t>A personal website showcasing resume details which is editable</a:t>
            </a:r>
          </a:p>
          <a:p>
            <a:pPr marL="571500" indent="-5715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600" dirty="0"/>
              <a:t>Helps present skills, experience, certifications  and education online</a:t>
            </a:r>
          </a:p>
          <a:p>
            <a:pPr marL="571500" indent="-5715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600" dirty="0"/>
              <a:t>Allows quick sharing with employers through download button and also print button.</a:t>
            </a:r>
          </a:p>
          <a:p>
            <a:pPr algn="just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86879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49581-4BBD-6181-926B-0C1AFB1CB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842" y="185057"/>
            <a:ext cx="9905998" cy="1905000"/>
          </a:xfrm>
        </p:spPr>
        <p:txBody>
          <a:bodyPr>
            <a:normAutofit/>
          </a:bodyPr>
          <a:lstStyle/>
          <a:p>
            <a:r>
              <a:rPr lang="en-US" sz="4000" b="1" dirty="0"/>
              <a:t>Designs and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CB116B-1115-8139-DA36-29A2B90E0BF0}"/>
              </a:ext>
            </a:extLst>
          </p:cNvPr>
          <p:cNvSpPr txBox="1"/>
          <p:nvPr/>
        </p:nvSpPr>
        <p:spPr>
          <a:xfrm>
            <a:off x="468085" y="1719943"/>
            <a:ext cx="11255829" cy="5907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200" dirty="0"/>
              <a:t>Header with name, photo, professional title, print and choose new image</a:t>
            </a:r>
          </a:p>
          <a:p>
            <a:pPr marL="571500" indent="-5715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200" dirty="0"/>
              <a:t>Profile, Skills, Experience, Certifications, Education Sections</a:t>
            </a:r>
          </a:p>
          <a:p>
            <a:pPr marL="571500" indent="-5715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200" dirty="0"/>
              <a:t>Contact Me section (WhatsApp, Facebook,) </a:t>
            </a:r>
          </a:p>
          <a:p>
            <a:pPr marL="571500" indent="-5715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200" dirty="0"/>
              <a:t>Download Resume button (on click added PDF)</a:t>
            </a:r>
          </a:p>
          <a:p>
            <a:pPr marL="571500" indent="-5715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200" dirty="0"/>
              <a:t>Fiverr and professional social links</a:t>
            </a:r>
          </a:p>
          <a:p>
            <a:pPr marL="571500" indent="-5715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43021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525D3-9600-4925-1179-4CE5E4C9B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17715"/>
            <a:ext cx="9905998" cy="1905000"/>
          </a:xfrm>
        </p:spPr>
        <p:txBody>
          <a:bodyPr>
            <a:normAutofit/>
          </a:bodyPr>
          <a:lstStyle/>
          <a:p>
            <a:r>
              <a:rPr lang="en-US" sz="4000" b="1" dirty="0"/>
              <a:t>OUTPUT Preview / Overview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722355-416F-15E1-E575-9DAEFD6CDC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646" y="2151355"/>
            <a:ext cx="5291353" cy="19613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F748219-350E-1C3D-0F45-E60856462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030" y="2122716"/>
            <a:ext cx="5410200" cy="451757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DC06FE6-436D-CDD8-D73C-DFA095467D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71" y="4637314"/>
            <a:ext cx="5791200" cy="200297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6D3713F-07D0-7175-1895-8D51194939AD}"/>
              </a:ext>
            </a:extLst>
          </p:cNvPr>
          <p:cNvSpPr txBox="1"/>
          <p:nvPr/>
        </p:nvSpPr>
        <p:spPr>
          <a:xfrm>
            <a:off x="914399" y="4239343"/>
            <a:ext cx="4767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  <a:r>
              <a:rPr lang="en-US" baseline="30000" dirty="0"/>
              <a:t>rd </a:t>
            </a:r>
            <a:r>
              <a:rPr lang="en-US" dirty="0"/>
              <a:t>Container </a:t>
            </a:r>
            <a:r>
              <a:rPr lang="en-US" sz="1400" dirty="0"/>
              <a:t>Download Button linked with pdf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BAA5B2-F727-B4F6-C709-023156FBF376}"/>
              </a:ext>
            </a:extLst>
          </p:cNvPr>
          <p:cNvSpPr txBox="1"/>
          <p:nvPr/>
        </p:nvSpPr>
        <p:spPr>
          <a:xfrm>
            <a:off x="1371603" y="1507162"/>
            <a:ext cx="476794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  <a:r>
              <a:rPr lang="en-US" sz="2000" baseline="30000" dirty="0"/>
              <a:t>st</a:t>
            </a:r>
            <a:r>
              <a:rPr lang="en-US" sz="2000" dirty="0"/>
              <a:t> Container </a:t>
            </a:r>
          </a:p>
          <a:p>
            <a:r>
              <a:rPr lang="en-US" sz="1400" dirty="0"/>
              <a:t>Picture+Name+Title+Print+New Image</a:t>
            </a:r>
            <a:endParaRPr lang="en-US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A63050-C7CE-E1DA-0314-E4A1D90B1B13}"/>
              </a:ext>
            </a:extLst>
          </p:cNvPr>
          <p:cNvSpPr txBox="1"/>
          <p:nvPr/>
        </p:nvSpPr>
        <p:spPr>
          <a:xfrm>
            <a:off x="6389913" y="1537940"/>
            <a:ext cx="58020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2nd Container </a:t>
            </a:r>
            <a:r>
              <a:rPr lang="en-US" sz="1400" dirty="0"/>
              <a:t>Profile+Skills+Experience+Education+Certifications+Contact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881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  <p:bldP spid="17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429DB-5D01-7F1C-AB03-D5F0F3DA3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270" y="135538"/>
            <a:ext cx="9905998" cy="1905000"/>
          </a:xfrm>
        </p:spPr>
        <p:txBody>
          <a:bodyPr>
            <a:normAutofit/>
          </a:bodyPr>
          <a:lstStyle/>
          <a:p>
            <a:r>
              <a:rPr lang="en-US" sz="4000" b="1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59CB9-AE97-9929-4D70-2262CBB37A2D}"/>
              </a:ext>
            </a:extLst>
          </p:cNvPr>
          <p:cNvSpPr txBox="1"/>
          <p:nvPr/>
        </p:nvSpPr>
        <p:spPr>
          <a:xfrm>
            <a:off x="293914" y="1719943"/>
            <a:ext cx="11604171" cy="4141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600" dirty="0"/>
              <a:t>Learned HTML/CSS</a:t>
            </a:r>
            <a:r>
              <a:rPr lang="en-US" sz="3600"/>
              <a:t>/Basic-Java </a:t>
            </a:r>
            <a:r>
              <a:rPr lang="en-US" sz="3600" dirty="0"/>
              <a:t>Script layout and structure</a:t>
            </a:r>
          </a:p>
          <a:p>
            <a:pPr marL="571500" indent="-5715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600" dirty="0"/>
              <a:t>Improved understanding of resume formatting</a:t>
            </a:r>
          </a:p>
          <a:p>
            <a:pPr marL="571500" indent="-5715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600" dirty="0"/>
              <a:t>Future improvements: better design, responsiveness, animations.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1769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8F7563-F439-A7CB-1696-067529AD2926}"/>
              </a:ext>
            </a:extLst>
          </p:cNvPr>
          <p:cNvSpPr txBox="1"/>
          <p:nvPr/>
        </p:nvSpPr>
        <p:spPr>
          <a:xfrm>
            <a:off x="3135087" y="2721429"/>
            <a:ext cx="62266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/>
              <a:t>Thanks, You</a:t>
            </a:r>
          </a:p>
        </p:txBody>
      </p:sp>
    </p:spTree>
    <p:extLst>
      <p:ext uri="{BB962C8B-B14F-4D97-AF65-F5344CB8AC3E}">
        <p14:creationId xmlns:p14="http://schemas.microsoft.com/office/powerpoint/2010/main" val="40411040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F4B54B"/>
      </a:accent1>
      <a:accent2>
        <a:srgbClr val="A2C84E"/>
      </a:accent2>
      <a:accent3>
        <a:srgbClr val="4BC298"/>
      </a:accent3>
      <a:accent4>
        <a:srgbClr val="4CB5D3"/>
      </a:accent4>
      <a:accent5>
        <a:srgbClr val="9167E3"/>
      </a:accent5>
      <a:accent6>
        <a:srgbClr val="E05073"/>
      </a:accent6>
      <a:hlink>
        <a:srgbClr val="E19520"/>
      </a:hlink>
      <a:folHlink>
        <a:srgbClr val="E8B15D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DD1DAD52-B525-46B5-8E87-60EE23581B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133</TotalTime>
  <Words>159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Courier New</vt:lpstr>
      <vt:lpstr>Mesh</vt:lpstr>
      <vt:lpstr>Online CV/Resume</vt:lpstr>
      <vt:lpstr>INTRODUCTION</vt:lpstr>
      <vt:lpstr>Designs and Features</vt:lpstr>
      <vt:lpstr>OUTPUT Preview / Overview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Salman</dc:creator>
  <cp:lastModifiedBy>Muhammad Salman</cp:lastModifiedBy>
  <cp:revision>12</cp:revision>
  <dcterms:created xsi:type="dcterms:W3CDTF">2025-12-09T07:51:27Z</dcterms:created>
  <dcterms:modified xsi:type="dcterms:W3CDTF">2025-12-27T13:47:29Z</dcterms:modified>
</cp:coreProperties>
</file>